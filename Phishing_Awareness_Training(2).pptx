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40B909-B120-4ECE-AF59-B39AEA827E6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E8703B-B0B2-4FC6-8B92-73739661B6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716CA0-9C93-4BA8-A3FA-13FE46EB83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78C72F2-5C3C-401C-A3FF-F5171827628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Phishing Awareness Training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Recognizing and Preventing Phishing Attacks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Cybersecurity Awareness Project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Prepared by: Kelechi Happiness Uzoma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00960" y="2286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Outline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8376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Types of Phishing Attacks.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Common Red Flags.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 of Phishing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Social Engineering Tactics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to Protect Yourself from Phishing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to Do if You Receive a Phishing message.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Phishing Scenario.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 Takeaways.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0" algn="l">
              <a:spcBef>
                <a:spcPts val="1134"/>
              </a:spcBef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0" algn="l">
              <a:spcBef>
                <a:spcPts val="1134"/>
              </a:spcBef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Introduction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Phishing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Phishing is a cyber attack in which criminals pretend to be trusted people or organizations to trick victims into revealing sensitive information.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They want your passwords, bank financial information, personal information, access to account and computer system.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Phishing can happen through emails, text messages, phone call, and social media.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 algn="ctr">
              <a:buNone/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Type of Phishing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Email phishing: fake emails designed to steal information.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Smishing: phishing messages sent through SMS or text messages.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Vishing: Fraudulent phone call used to trick the victims.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Spear phishing: messages targeted at a specific person or organization.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Clone phishing: A fake copy of a genuine message containing a  suspicious link or attachment.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>
              <a:spcBef>
                <a:spcPts val="1417"/>
              </a:spcBef>
              <a:buNone/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Common Red Flags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Unusual messages: unexpected spelling mistakes, strange wording, or request that don’t make sense.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Requests for sensitive information: someone ask for your password, bank details, or verification code.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Unexpected attachments: files arrive from unknown senders.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Strange links: the link address does not match the official website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Urgent messages: “your account will be closed immediately!”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Suspicious senders: the email address or phone looks unfamiliar.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marL="432000" indent="0" algn="ctr">
              <a:spcBef>
                <a:spcPts val="1417"/>
              </a:spcBef>
              <a:buNone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 of Phishing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to Spot a Fake Website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Check the domain name: Attackers may use misspelled versions of legitimate websites.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Inspect links carefully: On a computer, hover over a link to preview its destination before clicking.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Look for HTTPS: HTTPS encrypts the connection, but it does not guarantee that a website is legitimate.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Watch for pressure tactics: Fake websites may claim your account will be suspended unless you act immediately.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Avoid unexpected downloads: Do not download files from untrusted websites.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Verify the website: Open the organization’s official website directly instead of using a link in a suspicious message.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Suspicious: paypaI-example.com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letter “I” in this example could be mistaken for a lowercase “l”.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Safety Tip: Never enter your password or banking information on a website you have not verified.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Social Engineering tactics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ubTitle"/>
          </p:nvPr>
        </p:nvSpPr>
        <p:spPr>
          <a:xfrm>
            <a:off x="685800" y="1143000"/>
            <a:ext cx="9071640" cy="423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Social engineering is when attackers manipulate people into revealing confidential information or performing unsafe actions.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Common Tactics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Fear: Threatening to suspend an account.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Urgency: Demanding immediate action.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Impersonation: Pretending to be a bank employee, boss, or IT support worker.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Rewards: Offering fake prizes or gifts.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Curiosity: Using tempting messages or unexpected attachments.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 Scenario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 receive an email claiming that your bank account will be blocked in 10 minutes unless you click a link and verify your password.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should you do?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 not click the link. Contact your bank through its official app, website, or phone number.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 Lesson: Stop, think, and verify before you act.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to Protect Yourself from Phishing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ubTitle"/>
          </p:nvPr>
        </p:nvSpPr>
        <p:spPr>
          <a:xfrm>
            <a:off x="504000" y="1207440"/>
            <a:ext cx="9071640" cy="352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Best Practices for Staying Safe Online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Verify the sender: Confirm unexpected requests through a trusted channel.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Think before clicking: Check links and attachments before opening them.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Use strong passwords: Create unique passwords for each account.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Enable multi-factor authentication (MFA): Add another layer of account protection.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Update your devices: Install security updates for your operating system, browser, and applications.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Use security software: Keep reputable antivirus and security tools updated.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Protect personal information: Never share passwords, PINS, or verification codes with untrusted  people.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Report suspicious messages: Notify your IT or security team when appropriate.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Remember: Pause, verify, and report suspicious activity.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to Do if You Receive a Phishing Message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ubTitle"/>
          </p:nvPr>
        </p:nvSpPr>
        <p:spPr>
          <a:xfrm>
            <a:off x="504000" y="1392120"/>
            <a:ext cx="9071640" cy="383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Steps to Take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Do not click: Avoid suspicious links and attachments.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Do not reply: Don’t respond to suspicious messages or share personal information.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Verify the message: Contact the supposed sender through a trusted channel.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Report it: Use your email provider’s phishing-report option or notify your organization’s IT/security team.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 Delete or quarantine it: Follow your organization’s reporting procedure before removing the message.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 If you clicked a link: Stop interacting with the website and report the incident.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 If you shared your password: Change it immediately using the official website and enable MFA. Change it anywhere else you reused it.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8. If you shared financial details: Contact your bank immediately.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Important: Report mistakes quickly. Early reporting can help reduce damage.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65840" y="-118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Phishing Scenario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/>
          </p:nvPr>
        </p:nvSpPr>
        <p:spPr>
          <a:xfrm>
            <a:off x="529560" y="685800"/>
            <a:ext cx="9071640" cy="496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 employee receives an email claiming to be from the IT department.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Email message: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“Your company account will be disabled today. Click the link below to verify your password immediately.”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Warning Signs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The message creates a sense of urgency.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It requests a password through a link.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The sender’s identity has not been verified.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The link may lead to a fake login page.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Discussion Questions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What signs suggest this email could be phishing?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What should the employee do next?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Who should receive a report about this message?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Correct Response: Do not click the link or enter your password. Verify the request through an official IT channel and report the suspicious email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 Takeaways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Remember These Cybersecurity Rules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Recognize suspicious emails, links, and attachments.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Verify the sender before trusting a message.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Never share passwords, PINS or verification codes.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Use strong, unique passwords and enable MFA.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Report suspicious messages to the appropriate team.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Act quickly if you accidentally share sensitive information.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Golden Rule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STOP. THINK. VERIFY. REPORT.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Your security awareness can help prevent a cyberattack.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subTitle"/>
          </p:nvPr>
        </p:nvSpPr>
        <p:spPr>
          <a:xfrm>
            <a:off x="504000" y="84960"/>
            <a:ext cx="9071640" cy="501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THANK YOU!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Stay Alert. Stay Secure.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Phishing Awareness Training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Prepared by: Kelechi Happiness Uzoma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Cybersecurity Awareness Project | October 2026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Think Before You Click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</TotalTime>
  <Application>LibreOffice/26.8.0.3$Linux_X86_64 LibreOffice_project/680$Build-3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2026-10-12T06:25:24Z</dcterms:created>
  <dc:creator/>
  <dc:description/>
  <dc:language>en-US</dc:language>
  <cp:lastModifiedBy/>
  <dcterms:modified xsi:type="dcterms:W3CDTF">2026-10-12T13:12:54Z</dcterms:modified>
  <cp:revision>25</cp:revision>
  <dc:subject/>
  <dc:title/>
</cp:coreProperties>
</file>