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5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12D408-B59D-40FB-806A-DC4C6652DF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2175840"/>
            <a:ext cx="9071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7952DC7-7CD1-410A-B2FD-D105195FB1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4000" y="2175840"/>
            <a:ext cx="9071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55F1E8E-4008-4139-8A98-52AF00F800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2175840"/>
            <a:ext cx="9071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8A8911B-625A-4773-9033-16C5293923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504000" y="2175840"/>
            <a:ext cx="9071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7E69DA9-E94A-482E-A946-0697383EBB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5723619-E5CE-45F3-929A-8EAC9B0B926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68B376F-BC2D-4F6C-81A7-F96E9245CD1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2175840"/>
            <a:ext cx="9070920" cy="48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2AEFC8-D2E1-4F68-B0A4-577146C3D6E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0EB2147-55F2-47C1-B054-3372D45CADD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solidFill>
            <a:srgbClr val="024F7A"/>
          </a:solidFill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Awareness Training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57200" y="1371600"/>
            <a:ext cx="9070920" cy="3827520"/>
          </a:xfrm>
          <a:prstGeom prst="rect">
            <a:avLst/>
          </a:prstGeom>
          <a:solidFill>
            <a:srgbClr val="024F7A"/>
          </a:solidFill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Recognizing and Preventing Phishing Attacks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Cybersecurity Awareness Project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Prepared by: Kelechi Happiness Uzoma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00960" y="22788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Outline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8376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Types of Phishing Attacks.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Red Flags.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of Phishing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Tactics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Protect Yourself from Phishing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Do if You Receive a Phishing message.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Scenario.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Takeaways.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 algn="l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 algn="l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Phishing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504000" y="1325880"/>
            <a:ext cx="9070920" cy="328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is a cyberattack in which criminals pretend to be trusted people or organizations to trick victims into revealing sensitive information.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want your passwords, bank financial information, personal information, access to account and computer system.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can happen through emails, text messages, phone call, and social media.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 of Phishing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 phishing: fake emails designed to steal information.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Smishing: phishing messages sent through SMS or text messages.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Vishing: Fraudulent phone call used to trick the victims.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Spear phishing: messages targeted at a specific person or organization.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Clone phishing: A fake copy of a genuine message containing a  suspicious link or attachment.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Red Flags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Unusual messages: unexpected spelling mistakes, strange wording, or request that don’t make sense.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Requests for sensitive information: someone ask for your password, bank details, or verification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Unexpected attachments: files arrive from unknown senders.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Strange links: the link address does not match the official website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Urgent messages: “your account will be closed immediately!”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Suspicious senders: the email address or phone looks unfamiliar.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432000"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 a Fake Website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30280" y="1275120"/>
            <a:ext cx="9070920" cy="398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 the spelling of the website’s domain.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Preview a link’s actual destination before opening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 encrypts a connection; it doesn’t prove the site is genuine.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the organization’s official site or app directly.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Avoid unexpected downloads.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Suspicious: paypaI-example.com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letter “I” in this example could be mistaken for a lowercase “l”.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Safety Tip: Never enter your password or banking information on a website you have not verified.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8640000" cy="68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tactics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85800" y="978480"/>
            <a:ext cx="9070920" cy="455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is when attackers manipulate people into revealing confidential information or performing unsafe actions.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Tactics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Fear: Threatening to suspend an account.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Urgency: Demanding immediate action.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Impersonation: Pretending to be a bank employee, boss, or IT support worker.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Rewards: Offering fake prizes or gifts.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Curiosity: Using tempting messages or unexpected attachments.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Scenario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receive an email claiming that your bank account will be blocked in 10 minutes unless you click a link and verify your password.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should you do?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click the link. Contact your bank through its official app, website, or phone number.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Lesson: Stop, think, and verify before you act.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97200" cy="46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Protect Yourself from Phishing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4000" y="897120"/>
            <a:ext cx="9070920" cy="472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Practices for Staying Safe Online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Verify the sender: Confirm unexpected requests through a trusted channel.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Think before clicking: Check links and attachments before opening them.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strong passwords: Create unique passwords for each account.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Enable multi-factor authentication (MFA): Add another layer of account protection.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Update your devices: Install security updates for your operating system, browser, and applications.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security software: Keep reputable antivirus and security tools updated.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Protect personal information: Never share passwords, PINS, or verification codes with untrusted  people.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Report suspicious messages: Notify your IT or security team when appropriate.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Remember: Pause, verify, and report suspicious activity.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01680" y="0"/>
            <a:ext cx="884232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Do if You Receive a Phishing Message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243440"/>
            <a:ext cx="9070920" cy="413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Steps to Take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Do not click: Avoid suspicious links and attachments.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Do not reply: Don’t respond to suspicious messages or share personal information.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Verify the message: Contact the supposed sender through a trusted channel.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Report it: Use your email provider’s phishing-report option or notify your organization’s IT/security team.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Delete or quarantine it: Follow your organization’s reporting procedure before removing the message.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If you clicked a link: Stop interacting with the website and report the incident.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If you shared your password: Change it immediately using the official website and enable MFA. Change it anywhere else you reused it.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If you shared financial details: Contact your bank immediately.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Important: Report mistakes quickly. Early reporting can help reduce damage.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65840" y="-12600"/>
            <a:ext cx="867816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Scenario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529560" y="683280"/>
            <a:ext cx="9070920" cy="496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employee receives an email claiming to be from the IT department.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 message: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“Your company account will be disabled today. Click the link below to verify your password immediately.”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Warning Signs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message creates a sense of urgency.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It requests a password through a link.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sender’s identity has not been verified.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link may lead to a fake login page.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Discussion Questions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What signs suggest this email could be phishing?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What should the employee do next?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Who should receive a report about this message?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Correct Response: Do not click the link or enter your password. Verify the request through an official IT channel and report the suspicious email.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8868600" cy="46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Takeaways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504000" y="1016280"/>
            <a:ext cx="9070920" cy="390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Remember These Cybersecurity Rules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Recognize suspicious emails, links, and attachments.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Verify the sender before trusting a message.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Never share passwords, PINS or verification codes.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strong, unique passwords and enable MFA.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Report suspicious messages to the appropriate team.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Act quickly if you accidentally share sensitive information.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Golden Rule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STOP. THINK. VERIFY. REPORT.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security awareness can help prevent a cyberattack.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504000" y="83880"/>
            <a:ext cx="9070920" cy="50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YOU!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Stay Alert. Stay Secure.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Awareness Training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Prepared by: Kelechi Happiness Uzoma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Cybersecurity Awareness Project | October 2026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Think Before You Click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Quick Phishing Check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receive an unexpected email asking you to open an attachment to “verify your account.” What should you do?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A. Open it quickly before the account is blocked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B. Don’t open it; verify the request through a trusted channel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C. Forward it to friends to ask if it looks real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Correct answer: B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Why: Unexpected attachments can be dangerous. Verify the request using contact details you already trust.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2026-10-12T06:25:24Z</dcterms:created>
  <dc:creator/>
  <dc:description/>
  <dc:language>en-US</dc:language>
  <cp:lastModifiedBy/>
  <cp:lastPrinted>2026-10-16T11:07:05Z</cp:lastPrinted>
  <dcterms:modified xsi:type="dcterms:W3CDTF">2026-10-16T11:00:55Z</dcterms:modified>
  <cp:revision>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